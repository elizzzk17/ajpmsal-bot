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070E"/>
    <a:srgbClr val="02091E"/>
    <a:srgbClr val="0601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700"/>
  </p:normalViewPr>
  <p:slideViewPr>
    <p:cSldViewPr snapToGrid="0">
      <p:cViewPr varScale="1">
        <p:scale>
          <a:sx n="118" d="100"/>
          <a:sy n="118" d="100"/>
        </p:scale>
        <p:origin x="2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D3452F-9B65-3C5D-1CFF-81DEC57D2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D9837C6-09EF-DB87-7E8E-EC945D91A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D117D2-E600-4794-4B0F-0259EE42E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DF1-FD5E-B642-8F11-2EE1CD276ED0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03463C-908D-C83C-0B29-862B0D3D4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670E60-AA3C-8BC2-5285-FC2E0D11C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A560F-75D9-5742-8FCD-249D321309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5887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FCD59F-3726-9BB6-5DCF-971A9CED7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02A40C-F5B4-1B08-3E88-8270B2162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286A47-909C-737F-DD29-D5B4EA684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DF1-FD5E-B642-8F11-2EE1CD276ED0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A92A14-B29B-E939-F3B8-8BB9C7935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BED282-13A3-A403-2131-F3A0CFDD7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A560F-75D9-5742-8FCD-249D321309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4841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5D6606-2B6A-CE7E-FC7B-9BB9B6BB7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C8814C9-C5C2-AB30-C889-262EFE5A3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149A11-68F2-972F-867D-40F6C64A3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DF1-FD5E-B642-8F11-2EE1CD276ED0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4B9215-ACDE-98B1-240A-8BBADDB4E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F8CC8A-F57A-A4AC-8962-4A4E3754F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A560F-75D9-5742-8FCD-249D321309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3046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2D626D-E870-1235-051E-CABBB2F08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76D200-7B62-C6F6-73BF-9264C61240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441182-381E-16F7-EE79-ACF2AAE104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8F8833F-806F-0603-D4FC-34DF45AAA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DF1-FD5E-B642-8F11-2EE1CD276ED0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4593F70-5F2D-0351-97D6-82F167BCF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2909AA1-28FF-589B-BAF1-191D7477B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A560F-75D9-5742-8FCD-249D321309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909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5C5B34-B622-7FE1-3295-C365756FF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6737A0-EF12-5498-0120-D6F596717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1354DE4-1073-AFED-EECF-AD4DEA2A13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409D228-85DF-9015-A310-B015FDDF4B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4B60325-686A-C5CE-4B5E-7D5B5DF496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2D04653-A400-75E5-50B2-4E3114294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DF1-FD5E-B642-8F11-2EE1CD276ED0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4940D8F-3CA9-72CB-20DF-A8293D38E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A49AB68-C304-BB5F-4F59-1895FC91D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A560F-75D9-5742-8FCD-249D321309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6914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4767EE-0C34-15D2-1900-E3C2DF0B4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6459C6B-25CA-022E-2A65-43B13813D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DF1-FD5E-B642-8F11-2EE1CD276ED0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6F60A6D-1486-7338-49C5-BD8B40C00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75007B9-1675-B026-14DC-ECEC5ECB5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A560F-75D9-5742-8FCD-249D321309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2765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E07B2E8-BF8C-8B6F-A861-F94466779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DF1-FD5E-B642-8F11-2EE1CD276ED0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374EBED-1890-5D20-C650-4BBBD2E1E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3D23F95-0376-3386-1EF2-B67353B2D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A560F-75D9-5742-8FCD-249D321309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460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F832B4-32B2-703E-8C79-4C60FFC45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6735B8-35B2-EABB-9494-68B88DBF1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2CD0E73-E15F-16FE-9D8A-1D74586FE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819BE85-5FD3-D7D0-13C2-9CD4FFE9D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DF1-FD5E-B642-8F11-2EE1CD276ED0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5DE4CE9-EE47-AA18-FA69-D7E3A00AE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A316035-DA7B-FB0E-5FB9-B0DF4C760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A560F-75D9-5742-8FCD-249D321309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6320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ABE2BD-5128-187E-1A4F-59E0C0031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A686594-1E38-C743-9EE5-A1C3397AC2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72B9519-9E88-AC28-0B2A-6C65B2C2B4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5A7681-0992-2DB9-4D66-DFC06E9C0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DF1-FD5E-B642-8F11-2EE1CD276ED0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1800C1F-2D47-80B6-0389-270296FCC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2C9C869-B2B4-BE67-C0E7-05526F399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A560F-75D9-5742-8FCD-249D321309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5840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8D9466-5F99-1BB5-67D8-7A76258DD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46EA0C3-9215-D6E9-41FB-467FDE719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CD241A7-2532-3CA0-DD08-3419C69DA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DF1-FD5E-B642-8F11-2EE1CD276ED0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F0C59E-F10A-B2C0-A42F-24377D1F2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5DA7FC-EDC0-2705-1CFF-62F8E7393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A560F-75D9-5742-8FCD-249D321309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0686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0478CC4-706E-9FB2-EEC1-52649374C6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3DEB7C3-93D6-20D5-FBF1-719224F65F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21CD04-8F0F-3960-9F19-40303938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DF1-FD5E-B642-8F11-2EE1CD276ED0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88D05F-D3DE-1CE3-F288-254B37719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76CEAD-65C5-3143-2DEC-033DAEC75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A560F-75D9-5742-8FCD-249D321309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0750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275D3F-7CE9-09A5-76B4-45C9B41A0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2DDC3E-2CCE-3C29-F7AD-7EC631694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6CEAE2-5919-60C2-43CA-D2CE8AB375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E8DF1-FD5E-B642-8F11-2EE1CD276ED0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4316AB-00E3-D8A8-7DBA-43CB5A195E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7ECA97-E439-67F2-5D4D-E9E0E72161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0A560F-75D9-5742-8FCD-249D321309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3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72292CC-0D5B-F91F-A723-0AC684E88E93}"/>
              </a:ext>
            </a:extLst>
          </p:cNvPr>
          <p:cNvSpPr txBox="1"/>
          <p:nvPr/>
        </p:nvSpPr>
        <p:spPr>
          <a:xfrm>
            <a:off x="2904208" y="2184966"/>
            <a:ext cx="638358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5000" b="1" dirty="0">
                <a:solidFill>
                  <a:srgbClr val="13070E"/>
                </a:solidFill>
              </a:rPr>
              <a:t>НАЗВАНИЕ ПРОЕКТА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D453F0-2B79-B774-5420-2E79D1F7CFCA}"/>
              </a:ext>
            </a:extLst>
          </p:cNvPr>
          <p:cNvSpPr txBox="1"/>
          <p:nvPr/>
        </p:nvSpPr>
        <p:spPr>
          <a:xfrm>
            <a:off x="1627608" y="5273857"/>
            <a:ext cx="237289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100" b="1" dirty="0">
                <a:solidFill>
                  <a:schemeClr val="bg1"/>
                </a:solidFill>
              </a:rPr>
              <a:t>НОМЕР ГРУППЫ</a:t>
            </a:r>
          </a:p>
        </p:txBody>
      </p:sp>
    </p:spTree>
    <p:extLst>
      <p:ext uri="{BB962C8B-B14F-4D97-AF65-F5344CB8AC3E}">
        <p14:creationId xmlns:p14="http://schemas.microsoft.com/office/powerpoint/2010/main" val="3383130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72292CC-0D5B-F91F-A723-0AC684E88E93}"/>
              </a:ext>
            </a:extLst>
          </p:cNvPr>
          <p:cNvSpPr txBox="1"/>
          <p:nvPr/>
        </p:nvSpPr>
        <p:spPr>
          <a:xfrm>
            <a:off x="1812510" y="5261458"/>
            <a:ext cx="517839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100" b="1" dirty="0">
                <a:solidFill>
                  <a:schemeClr val="bg1"/>
                </a:solidFill>
              </a:rPr>
              <a:t>АКТУАЛЬНОСТЬ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3180618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72292CC-0D5B-F91F-A723-0AC684E88E93}"/>
              </a:ext>
            </a:extLst>
          </p:cNvPr>
          <p:cNvSpPr txBox="1"/>
          <p:nvPr/>
        </p:nvSpPr>
        <p:spPr>
          <a:xfrm>
            <a:off x="1820173" y="5269797"/>
            <a:ext cx="618575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100" b="1" dirty="0">
                <a:solidFill>
                  <a:schemeClr val="bg1"/>
                </a:solidFill>
              </a:rPr>
              <a:t>ЦЕЛИ И ЗАДАЧИ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1150807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72292CC-0D5B-F91F-A723-0AC684E88E93}"/>
              </a:ext>
            </a:extLst>
          </p:cNvPr>
          <p:cNvSpPr txBox="1"/>
          <p:nvPr/>
        </p:nvSpPr>
        <p:spPr>
          <a:xfrm>
            <a:off x="1774721" y="5273667"/>
            <a:ext cx="513474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100" b="1" dirty="0">
                <a:solidFill>
                  <a:schemeClr val="bg1"/>
                </a:solidFill>
              </a:rPr>
              <a:t>ТРЕБОВАНИЯ К КОМАНДЕ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3555159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72292CC-0D5B-F91F-A723-0AC684E88E93}"/>
              </a:ext>
            </a:extLst>
          </p:cNvPr>
          <p:cNvSpPr txBox="1"/>
          <p:nvPr/>
        </p:nvSpPr>
        <p:spPr>
          <a:xfrm>
            <a:off x="1779935" y="5269195"/>
            <a:ext cx="524285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100" b="1" dirty="0">
                <a:solidFill>
                  <a:schemeClr val="bg1"/>
                </a:solidFill>
              </a:rPr>
              <a:t>ОЖИДАЕМЫЕ РЕЗУЛЬТАТЫ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2273206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72292CC-0D5B-F91F-A723-0AC684E88E93}"/>
              </a:ext>
            </a:extLst>
          </p:cNvPr>
          <p:cNvSpPr txBox="1"/>
          <p:nvPr/>
        </p:nvSpPr>
        <p:spPr>
          <a:xfrm>
            <a:off x="1832115" y="5268705"/>
            <a:ext cx="481263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100" b="1" dirty="0">
                <a:solidFill>
                  <a:schemeClr val="bg1"/>
                </a:solidFill>
              </a:rPr>
              <a:t>ПОДХОД К ПРОЕКТУ И ЕГО ТИП</a:t>
            </a:r>
          </a:p>
        </p:txBody>
      </p:sp>
    </p:spTree>
    <p:extLst>
      <p:ext uri="{BB962C8B-B14F-4D97-AF65-F5344CB8AC3E}">
        <p14:creationId xmlns:p14="http://schemas.microsoft.com/office/powerpoint/2010/main" val="695510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72292CC-0D5B-F91F-A723-0AC684E88E93}"/>
              </a:ext>
            </a:extLst>
          </p:cNvPr>
          <p:cNvSpPr txBox="1"/>
          <p:nvPr/>
        </p:nvSpPr>
        <p:spPr>
          <a:xfrm>
            <a:off x="1816042" y="5272745"/>
            <a:ext cx="481263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100" b="1" dirty="0">
                <a:solidFill>
                  <a:schemeClr val="bg1"/>
                </a:solidFill>
              </a:rPr>
              <a:t>КАЛЕНДАРНЫЙ ПЛАН</a:t>
            </a:r>
          </a:p>
        </p:txBody>
      </p:sp>
    </p:spTree>
    <p:extLst>
      <p:ext uri="{BB962C8B-B14F-4D97-AF65-F5344CB8AC3E}">
        <p14:creationId xmlns:p14="http://schemas.microsoft.com/office/powerpoint/2010/main" val="2210259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72292CC-0D5B-F91F-A723-0AC684E88E93}"/>
              </a:ext>
            </a:extLst>
          </p:cNvPr>
          <p:cNvSpPr txBox="1"/>
          <p:nvPr/>
        </p:nvSpPr>
        <p:spPr>
          <a:xfrm>
            <a:off x="1799609" y="5273136"/>
            <a:ext cx="481263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100" b="1" dirty="0">
                <a:solidFill>
                  <a:schemeClr val="bg1"/>
                </a:solidFill>
              </a:rPr>
              <a:t>РИСКИ РЕАЛИЗАЦИИ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194833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72292CC-0D5B-F91F-A723-0AC684E88E93}"/>
              </a:ext>
            </a:extLst>
          </p:cNvPr>
          <p:cNvSpPr txBox="1"/>
          <p:nvPr/>
        </p:nvSpPr>
        <p:spPr>
          <a:xfrm>
            <a:off x="1793785" y="5268057"/>
            <a:ext cx="547421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100" b="1" dirty="0">
                <a:solidFill>
                  <a:schemeClr val="bg1"/>
                </a:solidFill>
              </a:rPr>
              <a:t>МОНИТОРИНГ И КОНТРОЛЬ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2127813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72292CC-0D5B-F91F-A723-0AC684E88E93}"/>
              </a:ext>
            </a:extLst>
          </p:cNvPr>
          <p:cNvSpPr txBox="1"/>
          <p:nvPr/>
        </p:nvSpPr>
        <p:spPr>
          <a:xfrm>
            <a:off x="1793785" y="5268057"/>
            <a:ext cx="329117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100" b="1" dirty="0">
                <a:solidFill>
                  <a:schemeClr val="bg1"/>
                </a:solidFill>
              </a:rPr>
              <a:t>ПРИЛОЖЕНИЕ К ПРОЕКТУ</a:t>
            </a:r>
          </a:p>
        </p:txBody>
      </p:sp>
    </p:spTree>
    <p:extLst>
      <p:ext uri="{BB962C8B-B14F-4D97-AF65-F5344CB8AC3E}">
        <p14:creationId xmlns:p14="http://schemas.microsoft.com/office/powerpoint/2010/main" val="2924488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72292CC-0D5B-F91F-A723-0AC684E88E93}"/>
              </a:ext>
            </a:extLst>
          </p:cNvPr>
          <p:cNvSpPr txBox="1"/>
          <p:nvPr/>
        </p:nvSpPr>
        <p:spPr>
          <a:xfrm>
            <a:off x="1804936" y="5279208"/>
            <a:ext cx="329117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100" b="1" dirty="0">
                <a:solidFill>
                  <a:schemeClr val="bg1"/>
                </a:solidFill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414900518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39</Words>
  <Application>Microsoft Macintosh PowerPoint</Application>
  <PresentationFormat>Широкоэкранный</PresentationFormat>
  <Paragraphs>12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Microsoft Office User</cp:lastModifiedBy>
  <cp:revision>4</cp:revision>
  <dcterms:created xsi:type="dcterms:W3CDTF">2026-09-17T09:18:21Z</dcterms:created>
  <dcterms:modified xsi:type="dcterms:W3CDTF">2026-09-28T09:56:50Z</dcterms:modified>
</cp:coreProperties>
</file>