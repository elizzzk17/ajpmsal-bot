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13070E"/>
    <a:srgbClr val="02091E"/>
    <a:srgbClr val="06010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022"/>
    <p:restoredTop sz="94707"/>
  </p:normalViewPr>
  <p:slideViewPr>
    <p:cSldViewPr snapToGrid="0">
      <p:cViewPr varScale="1">
        <p:scale>
          <a:sx n="109" d="100"/>
          <a:sy n="109" d="100"/>
        </p:scale>
        <p:origin x="552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9D3452F-9B65-3C5D-1CFF-81DEC57D27E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0D9837C6-09EF-DB87-7E8E-EC945D91AC6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A7D117D2-E600-4794-4B0F-0259EE42E2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CE8DF1-FD5E-B642-8F11-2EE1CD276ED0}" type="datetimeFigureOut">
              <a:rPr lang="ru-RU" smtClean="0"/>
              <a:t>17.09.2026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1C03463C-908D-C83C-0B29-862B0D3D4FF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82670E60-AA3C-8BC2-5285-FC2E0D11CC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0A560F-75D9-5742-8FCD-249D3213098A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66588749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1FCD59F-3726-9BB6-5DCF-971A9CED72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3F02A40C-F5B4-1B08-3E88-8270B216216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42286A47-909C-737F-DD29-D5B4EA6846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CE8DF1-FD5E-B642-8F11-2EE1CD276ED0}" type="datetimeFigureOut">
              <a:rPr lang="ru-RU" smtClean="0"/>
              <a:t>17.09.2026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87A92A14-B29B-E939-F3B8-8BB9C7935D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7FBED282-13A3-A403-2131-F3A0CFDD7F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0A560F-75D9-5742-8FCD-249D3213098A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2248419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85D6606-2B6A-CE7E-FC7B-9BB9B6BB7EE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9C8814C9-C5C2-AB30-C889-262EFE5A3C7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69149A11-68F2-972F-867D-40F6C64A34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CE8DF1-FD5E-B642-8F11-2EE1CD276ED0}" type="datetimeFigureOut">
              <a:rPr lang="ru-RU" smtClean="0"/>
              <a:t>17.09.2026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824B9215-ACDE-98B1-240A-8BBADDB4E3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A5F8CC8A-F57A-A4AC-8962-4A4E3754FD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0A560F-75D9-5742-8FCD-249D3213098A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28304668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A2D626D-E870-1235-051E-CABBB2F083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8276D200-7B62-C6F6-73BF-9264C61240D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A8441182-381E-16F7-EE79-ACF2AAE104B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68F8833F-806F-0603-D4FC-34DF45AAA8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CE8DF1-FD5E-B642-8F11-2EE1CD276ED0}" type="datetimeFigureOut">
              <a:rPr lang="ru-RU" smtClean="0"/>
              <a:t>17.09.2026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54593F70-5F2D-0351-97D6-82F167BCF0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62909AA1-28FF-589B-BAF1-191D7477B7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0A560F-75D9-5742-8FCD-249D3213098A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29909192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F5C5B34-B622-7FE1-3295-C365756FFA4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3F6737A0-EF12-5498-0120-D6F59671731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21354DE4-1073-AFED-EECF-AD4DEA2A132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F409D228-85DF-9015-A310-B015FDDF4B0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>
            <a:extLst>
              <a:ext uri="{FF2B5EF4-FFF2-40B4-BE49-F238E27FC236}">
                <a16:creationId xmlns:a16="http://schemas.microsoft.com/office/drawing/2014/main" id="{24B60325-686A-C5CE-4B5E-7D5B5DF496F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7" name="Дата 6">
            <a:extLst>
              <a:ext uri="{FF2B5EF4-FFF2-40B4-BE49-F238E27FC236}">
                <a16:creationId xmlns:a16="http://schemas.microsoft.com/office/drawing/2014/main" id="{62D04653-A400-75E5-50B2-4E3114294A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CE8DF1-FD5E-B642-8F11-2EE1CD276ED0}" type="datetimeFigureOut">
              <a:rPr lang="ru-RU" smtClean="0"/>
              <a:t>17.09.2026</a:t>
            </a:fld>
            <a:endParaRPr lang="ru-RU"/>
          </a:p>
        </p:txBody>
      </p:sp>
      <p:sp>
        <p:nvSpPr>
          <p:cNvPr id="8" name="Нижний колонтитул 7">
            <a:extLst>
              <a:ext uri="{FF2B5EF4-FFF2-40B4-BE49-F238E27FC236}">
                <a16:creationId xmlns:a16="http://schemas.microsoft.com/office/drawing/2014/main" id="{E4940D8F-3CA9-72CB-20DF-A8293D38E9B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Номер слайда 8">
            <a:extLst>
              <a:ext uri="{FF2B5EF4-FFF2-40B4-BE49-F238E27FC236}">
                <a16:creationId xmlns:a16="http://schemas.microsoft.com/office/drawing/2014/main" id="{AA49AB68-C304-BB5F-4F59-1895FC91D8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0A560F-75D9-5742-8FCD-249D3213098A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98691421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364767EE-0C34-15D2-1900-E3C2DF0B41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Дата 2">
            <a:extLst>
              <a:ext uri="{FF2B5EF4-FFF2-40B4-BE49-F238E27FC236}">
                <a16:creationId xmlns:a16="http://schemas.microsoft.com/office/drawing/2014/main" id="{66459C6B-25CA-022E-2A65-43B13813DB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CE8DF1-FD5E-B642-8F11-2EE1CD276ED0}" type="datetimeFigureOut">
              <a:rPr lang="ru-RU" smtClean="0"/>
              <a:t>17.09.2026</a:t>
            </a:fld>
            <a:endParaRPr lang="ru-RU"/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A6F60A6D-1486-7338-49C5-BD8B40C006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975007B9-1675-B026-14DC-ECEC5ECB55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0A560F-75D9-5742-8FCD-249D3213098A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52276511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>
            <a:extLst>
              <a:ext uri="{FF2B5EF4-FFF2-40B4-BE49-F238E27FC236}">
                <a16:creationId xmlns:a16="http://schemas.microsoft.com/office/drawing/2014/main" id="{4E07B2E8-BF8C-8B6F-A861-F94466779A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CE8DF1-FD5E-B642-8F11-2EE1CD276ED0}" type="datetimeFigureOut">
              <a:rPr lang="ru-RU" smtClean="0"/>
              <a:t>17.09.2026</a:t>
            </a:fld>
            <a:endParaRPr lang="ru-RU"/>
          </a:p>
        </p:txBody>
      </p:sp>
      <p:sp>
        <p:nvSpPr>
          <p:cNvPr id="3" name="Нижний колонтитул 2">
            <a:extLst>
              <a:ext uri="{FF2B5EF4-FFF2-40B4-BE49-F238E27FC236}">
                <a16:creationId xmlns:a16="http://schemas.microsoft.com/office/drawing/2014/main" id="{8374EBED-1890-5D20-C650-4BBBD2E1EB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B3D23F95-0376-3386-1EF2-B67353B2D1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0A560F-75D9-5742-8FCD-249D3213098A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1146036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9F832B4-32B2-703E-8C79-4C60FFC459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956735B8-35B2-EABB-9494-68B88DBF161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12CD0E73-E15F-16FE-9D8A-1D74586FE7F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1819BE85-5FD3-D7D0-13C2-9CD4FFE9D9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CE8DF1-FD5E-B642-8F11-2EE1CD276ED0}" type="datetimeFigureOut">
              <a:rPr lang="ru-RU" smtClean="0"/>
              <a:t>17.09.2026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95DE4CE9-EE47-AA18-FA69-D7E3A00AEF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5A316035-DA7B-FB0E-5FB9-B0DF4C760D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0A560F-75D9-5742-8FCD-249D3213098A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68632025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62ABE2BD-5128-187E-1A4F-59E0C003115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Рисунок 2">
            <a:extLst>
              <a:ext uri="{FF2B5EF4-FFF2-40B4-BE49-F238E27FC236}">
                <a16:creationId xmlns:a16="http://schemas.microsoft.com/office/drawing/2014/main" id="{3A686594-1E38-C743-9EE5-A1C3397AC2B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C72B9519-9E88-AC28-0B2A-6C65B2C2B47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385A7681-0992-2DB9-4D66-DFC06E9C05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CE8DF1-FD5E-B642-8F11-2EE1CD276ED0}" type="datetimeFigureOut">
              <a:rPr lang="ru-RU" smtClean="0"/>
              <a:t>17.09.2026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B1800C1F-2D47-80B6-0389-270296FCC9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02C9C869-B2B4-BE67-C0E7-05526F399B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0A560F-75D9-5742-8FCD-249D3213098A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74584067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288D9466-5F99-1BB5-67D8-7A76258DDF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746EA0C3-9215-D6E9-41FB-467FDE719B2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4CD241A7-2532-3CA0-DD08-3419C69DA7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CE8DF1-FD5E-B642-8F11-2EE1CD276ED0}" type="datetimeFigureOut">
              <a:rPr lang="ru-RU" smtClean="0"/>
              <a:t>17.09.2026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33F0C59E-F10A-B2C0-A42F-24377D1F24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735DA7FC-EDC0-2705-1CFF-62F8E7393E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0A560F-75D9-5742-8FCD-249D3213098A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41068654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>
            <a:extLst>
              <a:ext uri="{FF2B5EF4-FFF2-40B4-BE49-F238E27FC236}">
                <a16:creationId xmlns:a16="http://schemas.microsoft.com/office/drawing/2014/main" id="{00478CC4-706E-9FB2-EEC1-52649374C69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13DEB7C3-93D6-20D5-FBF1-719224F65F7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A121CD04-8F0F-3960-9F19-40303938716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CE8DF1-FD5E-B642-8F11-2EE1CD276ED0}" type="datetimeFigureOut">
              <a:rPr lang="ru-RU" smtClean="0"/>
              <a:t>17.09.2026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CC88D05F-D3DE-1CE3-F288-254B377197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6276CEAD-65C5-3143-2DEC-033DAEC754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0A560F-75D9-5742-8FCD-249D3213098A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02075081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48275D3F-7CE9-09A5-76B4-45C9B41A0F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332DDC3E-2CCE-3C29-F7AD-7EC6316940B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106CEAE2-5919-60C2-43CA-D2CE8AB3755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1CE8DF1-FD5E-B642-8F11-2EE1CD276ED0}" type="datetimeFigureOut">
              <a:rPr lang="ru-RU" smtClean="0"/>
              <a:t>17.09.2026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E04316AB-00E3-D8A8-7DBA-43CB5A195E5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A67ECA97-E439-67F2-5D4D-E9E0E721614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50A560F-75D9-5742-8FCD-249D3213098A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7253150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Box 11">
            <a:extLst>
              <a:ext uri="{FF2B5EF4-FFF2-40B4-BE49-F238E27FC236}">
                <a16:creationId xmlns:a16="http://schemas.microsoft.com/office/drawing/2014/main" id="{472292CC-0D5B-F91F-A723-0AC684E88E93}"/>
              </a:ext>
            </a:extLst>
          </p:cNvPr>
          <p:cNvSpPr txBox="1"/>
          <p:nvPr/>
        </p:nvSpPr>
        <p:spPr>
          <a:xfrm>
            <a:off x="2904208" y="2184966"/>
            <a:ext cx="6383583" cy="8617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5000" b="1" dirty="0">
                <a:solidFill>
                  <a:srgbClr val="13070E"/>
                </a:solidFill>
              </a:rPr>
              <a:t>НАЗВАНИЕ ПРОЕКТА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7D453F0-2B79-B774-5420-2E79D1F7CFCA}"/>
              </a:ext>
            </a:extLst>
          </p:cNvPr>
          <p:cNvSpPr txBox="1"/>
          <p:nvPr/>
        </p:nvSpPr>
        <p:spPr>
          <a:xfrm>
            <a:off x="1627608" y="5273857"/>
            <a:ext cx="2372892" cy="4154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ru-RU" sz="2100" b="1" dirty="0" smtClean="0">
                <a:solidFill>
                  <a:schemeClr val="bg1"/>
                </a:solidFill>
              </a:rPr>
              <a:t>НОМЕР ГРУППЫ</a:t>
            </a:r>
            <a:endParaRPr lang="ru-RU" sz="2100" b="1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38313046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Box 11">
            <a:extLst>
              <a:ext uri="{FF2B5EF4-FFF2-40B4-BE49-F238E27FC236}">
                <a16:creationId xmlns:a16="http://schemas.microsoft.com/office/drawing/2014/main" id="{472292CC-0D5B-F91F-A723-0AC684E88E93}"/>
              </a:ext>
            </a:extLst>
          </p:cNvPr>
          <p:cNvSpPr txBox="1"/>
          <p:nvPr/>
        </p:nvSpPr>
        <p:spPr>
          <a:xfrm>
            <a:off x="1812510" y="5261458"/>
            <a:ext cx="5178390" cy="4154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100" b="1" dirty="0">
                <a:solidFill>
                  <a:schemeClr val="bg1"/>
                </a:solidFill>
              </a:rPr>
              <a:t>АКТУАЛЬНОСТЬ ПРОЕКТА</a:t>
            </a:r>
          </a:p>
        </p:txBody>
      </p:sp>
    </p:spTree>
    <p:extLst>
      <p:ext uri="{BB962C8B-B14F-4D97-AF65-F5344CB8AC3E}">
        <p14:creationId xmlns:p14="http://schemas.microsoft.com/office/powerpoint/2010/main" val="318061817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Box 11">
            <a:extLst>
              <a:ext uri="{FF2B5EF4-FFF2-40B4-BE49-F238E27FC236}">
                <a16:creationId xmlns:a16="http://schemas.microsoft.com/office/drawing/2014/main" id="{472292CC-0D5B-F91F-A723-0AC684E88E93}"/>
              </a:ext>
            </a:extLst>
          </p:cNvPr>
          <p:cNvSpPr txBox="1"/>
          <p:nvPr/>
        </p:nvSpPr>
        <p:spPr>
          <a:xfrm>
            <a:off x="1820173" y="5269797"/>
            <a:ext cx="6185751" cy="4154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100" b="1" dirty="0">
                <a:solidFill>
                  <a:schemeClr val="bg1"/>
                </a:solidFill>
              </a:rPr>
              <a:t>ЦЕЛИ И ЗАДАЧИ ПРОЕКТА</a:t>
            </a:r>
          </a:p>
        </p:txBody>
      </p:sp>
    </p:spTree>
    <p:extLst>
      <p:ext uri="{BB962C8B-B14F-4D97-AF65-F5344CB8AC3E}">
        <p14:creationId xmlns:p14="http://schemas.microsoft.com/office/powerpoint/2010/main" val="115080774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Box 11">
            <a:extLst>
              <a:ext uri="{FF2B5EF4-FFF2-40B4-BE49-F238E27FC236}">
                <a16:creationId xmlns:a16="http://schemas.microsoft.com/office/drawing/2014/main" id="{472292CC-0D5B-F91F-A723-0AC684E88E93}"/>
              </a:ext>
            </a:extLst>
          </p:cNvPr>
          <p:cNvSpPr txBox="1"/>
          <p:nvPr/>
        </p:nvSpPr>
        <p:spPr>
          <a:xfrm>
            <a:off x="1774721" y="5273667"/>
            <a:ext cx="5134748" cy="4154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100" b="1" dirty="0">
                <a:solidFill>
                  <a:schemeClr val="bg1"/>
                </a:solidFill>
              </a:rPr>
              <a:t>ТРЕБОВАНИЯ К КОМАНДЕ ПРОЕКТА</a:t>
            </a:r>
          </a:p>
        </p:txBody>
      </p:sp>
    </p:spTree>
    <p:extLst>
      <p:ext uri="{BB962C8B-B14F-4D97-AF65-F5344CB8AC3E}">
        <p14:creationId xmlns:p14="http://schemas.microsoft.com/office/powerpoint/2010/main" val="355515904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Box 11">
            <a:extLst>
              <a:ext uri="{FF2B5EF4-FFF2-40B4-BE49-F238E27FC236}">
                <a16:creationId xmlns:a16="http://schemas.microsoft.com/office/drawing/2014/main" id="{472292CC-0D5B-F91F-A723-0AC684E88E93}"/>
              </a:ext>
            </a:extLst>
          </p:cNvPr>
          <p:cNvSpPr txBox="1"/>
          <p:nvPr/>
        </p:nvSpPr>
        <p:spPr>
          <a:xfrm>
            <a:off x="1779935" y="5269195"/>
            <a:ext cx="5242852" cy="4154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100" b="1" dirty="0">
                <a:solidFill>
                  <a:schemeClr val="bg1"/>
                </a:solidFill>
              </a:rPr>
              <a:t>ОЖИДАЕМЫЕ РЕЗУЛЬТАТЫ ПРОЕКТА</a:t>
            </a:r>
          </a:p>
        </p:txBody>
      </p:sp>
    </p:spTree>
    <p:extLst>
      <p:ext uri="{BB962C8B-B14F-4D97-AF65-F5344CB8AC3E}">
        <p14:creationId xmlns:p14="http://schemas.microsoft.com/office/powerpoint/2010/main" val="227320645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Box 11">
            <a:extLst>
              <a:ext uri="{FF2B5EF4-FFF2-40B4-BE49-F238E27FC236}">
                <a16:creationId xmlns:a16="http://schemas.microsoft.com/office/drawing/2014/main" id="{472292CC-0D5B-F91F-A723-0AC684E88E93}"/>
              </a:ext>
            </a:extLst>
          </p:cNvPr>
          <p:cNvSpPr txBox="1"/>
          <p:nvPr/>
        </p:nvSpPr>
        <p:spPr>
          <a:xfrm>
            <a:off x="1832115" y="5268705"/>
            <a:ext cx="4812631" cy="4154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100" b="1" dirty="0">
                <a:solidFill>
                  <a:schemeClr val="bg1"/>
                </a:solidFill>
              </a:rPr>
              <a:t>ПОДХОД К ПРОЕКТУ И ЕГО ТИП</a:t>
            </a:r>
          </a:p>
        </p:txBody>
      </p:sp>
    </p:spTree>
    <p:extLst>
      <p:ext uri="{BB962C8B-B14F-4D97-AF65-F5344CB8AC3E}">
        <p14:creationId xmlns:p14="http://schemas.microsoft.com/office/powerpoint/2010/main" val="69551009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Box 11">
            <a:extLst>
              <a:ext uri="{FF2B5EF4-FFF2-40B4-BE49-F238E27FC236}">
                <a16:creationId xmlns:a16="http://schemas.microsoft.com/office/drawing/2014/main" id="{472292CC-0D5B-F91F-A723-0AC684E88E93}"/>
              </a:ext>
            </a:extLst>
          </p:cNvPr>
          <p:cNvSpPr txBox="1"/>
          <p:nvPr/>
        </p:nvSpPr>
        <p:spPr>
          <a:xfrm>
            <a:off x="1816042" y="5272745"/>
            <a:ext cx="4812631" cy="4154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100" b="1" dirty="0">
                <a:solidFill>
                  <a:schemeClr val="bg1"/>
                </a:solidFill>
              </a:rPr>
              <a:t>КАЛЕНДАРНЫЙ ПЛАН</a:t>
            </a:r>
          </a:p>
        </p:txBody>
      </p:sp>
    </p:spTree>
    <p:extLst>
      <p:ext uri="{BB962C8B-B14F-4D97-AF65-F5344CB8AC3E}">
        <p14:creationId xmlns:p14="http://schemas.microsoft.com/office/powerpoint/2010/main" val="221025937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Box 11">
            <a:extLst>
              <a:ext uri="{FF2B5EF4-FFF2-40B4-BE49-F238E27FC236}">
                <a16:creationId xmlns:a16="http://schemas.microsoft.com/office/drawing/2014/main" id="{472292CC-0D5B-F91F-A723-0AC684E88E93}"/>
              </a:ext>
            </a:extLst>
          </p:cNvPr>
          <p:cNvSpPr txBox="1"/>
          <p:nvPr/>
        </p:nvSpPr>
        <p:spPr>
          <a:xfrm>
            <a:off x="1799609" y="5273136"/>
            <a:ext cx="4812631" cy="4154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100" b="1" dirty="0">
                <a:solidFill>
                  <a:schemeClr val="bg1"/>
                </a:solidFill>
              </a:rPr>
              <a:t>РИСКИ РЕАЛИЗАЦИИ ПРОЕКТА</a:t>
            </a:r>
          </a:p>
        </p:txBody>
      </p:sp>
    </p:spTree>
    <p:extLst>
      <p:ext uri="{BB962C8B-B14F-4D97-AF65-F5344CB8AC3E}">
        <p14:creationId xmlns:p14="http://schemas.microsoft.com/office/powerpoint/2010/main" val="19483316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Box 11">
            <a:extLst>
              <a:ext uri="{FF2B5EF4-FFF2-40B4-BE49-F238E27FC236}">
                <a16:creationId xmlns:a16="http://schemas.microsoft.com/office/drawing/2014/main" id="{472292CC-0D5B-F91F-A723-0AC684E88E93}"/>
              </a:ext>
            </a:extLst>
          </p:cNvPr>
          <p:cNvSpPr txBox="1"/>
          <p:nvPr/>
        </p:nvSpPr>
        <p:spPr>
          <a:xfrm>
            <a:off x="1793785" y="5268057"/>
            <a:ext cx="5474216" cy="4154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100" b="1" dirty="0">
                <a:solidFill>
                  <a:schemeClr val="bg1"/>
                </a:solidFill>
              </a:rPr>
              <a:t>МОНИТОРИНГ И КОНТРОЛЬ ПРОЕКТА</a:t>
            </a:r>
          </a:p>
        </p:txBody>
      </p:sp>
    </p:spTree>
    <p:extLst>
      <p:ext uri="{BB962C8B-B14F-4D97-AF65-F5344CB8AC3E}">
        <p14:creationId xmlns:p14="http://schemas.microsoft.com/office/powerpoint/2010/main" val="212781356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Box 11">
            <a:extLst>
              <a:ext uri="{FF2B5EF4-FFF2-40B4-BE49-F238E27FC236}">
                <a16:creationId xmlns:a16="http://schemas.microsoft.com/office/drawing/2014/main" id="{472292CC-0D5B-F91F-A723-0AC684E88E93}"/>
              </a:ext>
            </a:extLst>
          </p:cNvPr>
          <p:cNvSpPr txBox="1"/>
          <p:nvPr/>
        </p:nvSpPr>
        <p:spPr>
          <a:xfrm>
            <a:off x="1793785" y="5268057"/>
            <a:ext cx="3291171" cy="4154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100" b="1" dirty="0">
                <a:solidFill>
                  <a:schemeClr val="bg1"/>
                </a:solidFill>
              </a:rPr>
              <a:t>ПРИЛОЖЕНИЕ К ПРОЕКТУ</a:t>
            </a:r>
          </a:p>
        </p:txBody>
      </p:sp>
    </p:spTree>
    <p:extLst>
      <p:ext uri="{BB962C8B-B14F-4D97-AF65-F5344CB8AC3E}">
        <p14:creationId xmlns:p14="http://schemas.microsoft.com/office/powerpoint/2010/main" val="292448864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Box 11">
            <a:extLst>
              <a:ext uri="{FF2B5EF4-FFF2-40B4-BE49-F238E27FC236}">
                <a16:creationId xmlns:a16="http://schemas.microsoft.com/office/drawing/2014/main" id="{472292CC-0D5B-F91F-A723-0AC684E88E93}"/>
              </a:ext>
            </a:extLst>
          </p:cNvPr>
          <p:cNvSpPr txBox="1"/>
          <p:nvPr/>
        </p:nvSpPr>
        <p:spPr>
          <a:xfrm>
            <a:off x="1804936" y="5279208"/>
            <a:ext cx="3291171" cy="4154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100" b="1" dirty="0">
                <a:solidFill>
                  <a:schemeClr val="bg1"/>
                </a:solidFill>
              </a:rPr>
              <a:t>СПАСИБО ЗА ВНИМАНИЕ!</a:t>
            </a:r>
          </a:p>
        </p:txBody>
      </p:sp>
    </p:spTree>
    <p:extLst>
      <p:ext uri="{BB962C8B-B14F-4D97-AF65-F5344CB8AC3E}">
        <p14:creationId xmlns:p14="http://schemas.microsoft.com/office/powerpoint/2010/main" val="4149005185"/>
      </p:ext>
    </p:extLst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35</TotalTime>
  <Words>39</Words>
  <Application>Microsoft Office PowerPoint</Application>
  <PresentationFormat>Широкоэкранный</PresentationFormat>
  <Paragraphs>12</Paragraphs>
  <Slides>11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3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11</vt:i4>
      </vt:variant>
    </vt:vector>
  </HeadingPairs>
  <TitlesOfParts>
    <vt:vector size="15" baseType="lpstr">
      <vt:lpstr>Arial</vt:lpstr>
      <vt:lpstr>Calibri</vt:lpstr>
      <vt:lpstr>Calibri Light</vt:lpstr>
      <vt:lpstr>Тема Office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Microsoft Office User</dc:creator>
  <cp:lastModifiedBy>Кузьмина Елизавета Евгеньевна</cp:lastModifiedBy>
  <cp:revision>4</cp:revision>
  <dcterms:created xsi:type="dcterms:W3CDTF">2026-09-17T09:18:21Z</dcterms:created>
  <dcterms:modified xsi:type="dcterms:W3CDTF">2026-09-17T10:20:58Z</dcterms:modified>
</cp:coreProperties>
</file>