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700"/>
  </p:normalViewPr>
  <p:slideViewPr>
    <p:cSldViewPr snapToGrid="0">
      <p:cViewPr varScale="1">
        <p:scale>
          <a:sx n="114" d="100"/>
          <a:sy n="114" d="100"/>
        </p:scale>
        <p:origin x="2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3452F-9B65-3C5D-1CFF-81DEC57D2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9837C6-09EF-DB87-7E8E-EC945D91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D117D2-E600-4794-4B0F-0259EE42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03463C-908D-C83C-0B29-862B0D3D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70E60-AA3C-8BC2-5285-FC2E0D11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88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CD59F-3726-9BB6-5DCF-971A9CED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2A40C-F5B4-1B08-3E88-8270B216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86A47-909C-737F-DD29-D5B4EA68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A92A14-B29B-E939-F3B8-8BB9C793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ED282-13A3-A403-2131-F3A0CFDD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4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D6606-2B6A-CE7E-FC7B-9BB9B6BB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8814C9-C5C2-AB30-C889-262EFE5A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149A11-68F2-972F-867D-40F6C64A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B9215-ACDE-98B1-240A-8BBADDB4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8CC8A-F57A-A4AC-8962-4A4E3754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04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D626D-E870-1235-051E-CABBB2F0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76D200-7B62-C6F6-73BF-9264C6124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441182-381E-16F7-EE79-ACF2AAE10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F8833F-806F-0603-D4FC-34DF45AA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593F70-5F2D-0351-97D6-82F167BC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909AA1-28FF-589B-BAF1-191D7477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0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C5B34-B622-7FE1-3295-C365756F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6737A0-EF12-5498-0120-D6F59671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354DE4-1073-AFED-EECF-AD4DEA2A1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09D228-85DF-9015-A310-B015FDDF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B60325-686A-C5CE-4B5E-7D5B5DF49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D04653-A400-75E5-50B2-4E311429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940D8F-3CA9-72CB-20DF-A8293D38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49AB68-C304-BB5F-4F59-1895FC91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91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67EE-0C34-15D2-1900-E3C2DF0B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459C6B-25CA-022E-2A65-43B13813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F60A6D-1486-7338-49C5-BD8B40C0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5007B9-1675-B026-14DC-ECEC5ECB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6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07B2E8-BF8C-8B6F-A861-F9446677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74EBED-1890-5D20-C650-4BBBD2E1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D23F95-0376-3386-1EF2-B67353B2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6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832B4-32B2-703E-8C79-4C60FFC4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735B8-35B2-EABB-9494-68B88DBF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CD0E73-E15F-16FE-9D8A-1D74586FE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19BE85-5FD3-D7D0-13C2-9CD4FFE9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DE4CE9-EE47-AA18-FA69-D7E3A00A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316035-DA7B-FB0E-5FB9-B0DF4C76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2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BE2BD-5128-187E-1A4F-59E0C003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686594-1E38-C743-9EE5-A1C3397AC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2B9519-9E88-AC28-0B2A-6C65B2C2B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5A7681-0992-2DB9-4D66-DFC06E9C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800C1F-2D47-80B6-0389-270296FC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C9C869-B2B4-BE67-C0E7-05526F39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84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D9466-5F99-1BB5-67D8-7A76258D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6EA0C3-9215-D6E9-41FB-467FDE71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D241A7-2532-3CA0-DD08-3419C69D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0C59E-F10A-B2C0-A42F-24377D1F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DA7FC-EDC0-2705-1CFF-62F8E739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68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478CC4-706E-9FB2-EEC1-52649374C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DEB7C3-93D6-20D5-FBF1-719224F65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21CD04-8F0F-3960-9F19-40303938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88D05F-D3DE-1CE3-F288-254B3771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76CEAD-65C5-3143-2DEC-033DAEC7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75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75D3F-7CE9-09A5-76B4-45C9B41A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DDC3E-2CCE-3C29-F7AD-7EC631694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CEAE2-5919-60C2-43CA-D2CE8AB37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316AB-00E3-D8A8-7DBA-43CB5A195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7ECA97-E439-67F2-5D4D-E9E0E7216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3035014" y="2836530"/>
            <a:ext cx="612197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000" b="1" dirty="0">
                <a:solidFill>
                  <a:srgbClr val="060107"/>
                </a:solidFill>
              </a:rPr>
              <a:t>НАЗВАНИЕ ПРОЕКТА</a:t>
            </a:r>
          </a:p>
          <a:p>
            <a:pPr algn="ctr"/>
            <a:r>
              <a:rPr lang="ru-RU" sz="2100" b="1" dirty="0">
                <a:solidFill>
                  <a:srgbClr val="060107"/>
                </a:solidFill>
              </a:rPr>
              <a:t>номер группы</a:t>
            </a:r>
          </a:p>
        </p:txBody>
      </p:sp>
    </p:spTree>
    <p:extLst>
      <p:ext uri="{BB962C8B-B14F-4D97-AF65-F5344CB8AC3E}">
        <p14:creationId xmlns:p14="http://schemas.microsoft.com/office/powerpoint/2010/main" val="338313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73767" y="181458"/>
            <a:ext cx="5178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АКТУАЛЬНОСТЬ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18061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90057" y="175282"/>
            <a:ext cx="61626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ЦЕЛИ И 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15080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79521" y="183507"/>
            <a:ext cx="51347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ТРЕБОВАНИЯ К КОМАНДЕ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55515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23775" y="179035"/>
            <a:ext cx="52428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ОЖИДАЕМЫЕ РЕЗУЛЬТАТЫ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7320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35315" y="165845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ПОДХОД К ПРОЕКТУ И ЕГО ТИП</a:t>
            </a:r>
          </a:p>
        </p:txBody>
      </p:sp>
    </p:spTree>
    <p:extLst>
      <p:ext uri="{BB962C8B-B14F-4D97-AF65-F5344CB8AC3E}">
        <p14:creationId xmlns:p14="http://schemas.microsoft.com/office/powerpoint/2010/main" val="69551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19242" y="167345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КАЛЕНДАРНЫЙ ПЛАН</a:t>
            </a:r>
          </a:p>
        </p:txBody>
      </p:sp>
    </p:spTree>
    <p:extLst>
      <p:ext uri="{BB962C8B-B14F-4D97-AF65-F5344CB8AC3E}">
        <p14:creationId xmlns:p14="http://schemas.microsoft.com/office/powerpoint/2010/main" val="2210259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66309" y="167736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РИСКИ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9483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47785" y="175357"/>
            <a:ext cx="54742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МОНИТОРИНГ И КОНТРОЛЬ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2781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73185" y="162657"/>
            <a:ext cx="32911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ПРИЛОЖЕНИЕ К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292448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058936" y="173808"/>
            <a:ext cx="32911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060107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49005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39</Words>
  <Application>Microsoft Macintosh PowerPoint</Application>
  <PresentationFormat>Широкоэкранный</PresentationFormat>
  <Paragraphs>12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5</cp:revision>
  <dcterms:created xsi:type="dcterms:W3CDTF">2026-09-17T09:18:21Z</dcterms:created>
  <dcterms:modified xsi:type="dcterms:W3CDTF">2026-09-28T09:56:55Z</dcterms:modified>
</cp:coreProperties>
</file>